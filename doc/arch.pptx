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1099F-6685-CC11-4A20-83940E8CE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F81C0D-CF7B-4002-7861-2F91FB938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1DB16D-D079-3031-143D-43072C447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88FC-CDCC-42EC-8637-BA54400F58FC}" type="datetimeFigureOut">
              <a:rPr lang="es-ES" smtClean="0"/>
              <a:t>09/09/2025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20BF04-1682-B005-5276-DD4912336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AFB2FA-CBC3-01CA-6294-AD03D315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35AF4-C0ED-4313-A1E4-E88BB4F601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041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6CDE1D-DA8B-D53B-9959-C15C379E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503A28-6A6E-577F-B182-C7D73FE62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D40CFB-B258-6F66-C387-835D065DD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88FC-CDCC-42EC-8637-BA54400F58FC}" type="datetimeFigureOut">
              <a:rPr lang="es-ES" smtClean="0"/>
              <a:t>09/09/2025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C19999-B8B9-A4DC-89D8-CBA2A1A6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5B5E0C-3BC7-0315-67AC-C6E18EB8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35AF4-C0ED-4313-A1E4-E88BB4F601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8256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A3BD55-9171-4A8C-1A77-C974DA8C7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E56807-024F-3C86-47C3-175A0488B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A6634C-616E-602E-CB51-4FC9955E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88FC-CDCC-42EC-8637-BA54400F58FC}" type="datetimeFigureOut">
              <a:rPr lang="es-ES" smtClean="0"/>
              <a:t>09/09/2025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26897D-637F-D991-3BDA-932C9664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6B646B-1288-526A-5150-5DB77304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35AF4-C0ED-4313-A1E4-E88BB4F601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716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5A588-2CE3-2088-9F8F-AF8FFC400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678A0C-01D6-EB89-CD10-0BF45B57F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21C35F-A6FD-BF51-0BD7-CBD8F4D2A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09D37E-D161-59A0-4644-41DCA101B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88FC-CDCC-42EC-8637-BA54400F58FC}" type="datetimeFigureOut">
              <a:rPr lang="es-ES" smtClean="0"/>
              <a:t>09/09/2025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BF0060-7CBD-74FF-5A9D-37D6A827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697ABA-ACE6-F330-759A-B7C677231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35AF4-C0ED-4313-A1E4-E88BB4F601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503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98918-5453-B6AE-86B1-92852BB90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C49FDC-B681-2CAA-20C1-6109DB5E3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8F6858-BBBD-A83B-A0BF-4BB05EEEF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CC43A9-7A2C-7E69-2FFF-9DC8988A6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0B48F15-B72E-884A-3DC2-68E584CDC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73B0E82-03F2-B9AD-1CD0-64A4E646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88FC-CDCC-42EC-8637-BA54400F58FC}" type="datetimeFigureOut">
              <a:rPr lang="es-ES" smtClean="0"/>
              <a:t>09/09/2025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3F860FF-D58F-F4DB-5BA8-148E9FAF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4265470-3097-F676-8E60-8D91AD08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35AF4-C0ED-4313-A1E4-E88BB4F601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8126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3F9DC-0D92-9DF2-793F-05880901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3FB2D6-48FE-687E-D860-AC03276A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88FC-CDCC-42EC-8637-BA54400F58FC}" type="datetimeFigureOut">
              <a:rPr lang="es-ES" smtClean="0"/>
              <a:t>09/09/2025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6A531D-F82A-964A-9606-51E17F3E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0FECB86-5D2D-BFA0-3295-29AB8E2F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35AF4-C0ED-4313-A1E4-E88BB4F601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512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AF3B568-413F-5183-B530-1BBA20D04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88FC-CDCC-42EC-8637-BA54400F58FC}" type="datetimeFigureOut">
              <a:rPr lang="es-ES" smtClean="0"/>
              <a:t>09/09/2025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37898C2-C416-2660-60FC-9713BDE7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068DEB-18FF-F6E5-EC28-77F6422E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35AF4-C0ED-4313-A1E4-E88BB4F601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4974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536DC-D105-8A05-0F89-E7D0076BA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2EC097-5720-8028-156B-0841BD7A4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2DC285F-32C0-FC5C-07B7-1FA254330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05112F-F51A-63A6-7FE0-C3D91BC24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88FC-CDCC-42EC-8637-BA54400F58FC}" type="datetimeFigureOut">
              <a:rPr lang="es-ES" smtClean="0"/>
              <a:t>09/09/2025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03959C-C55E-EF67-A6BA-57EDBC60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F2558B-477C-2B90-2605-D35FA9327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35AF4-C0ED-4313-A1E4-E88BB4F601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9506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24303-3800-9AB4-4AF8-1DE470CA9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AFC267C-B33F-6E8B-2413-9787C36AC9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77F8361-6DF4-11E9-B392-A7A00C432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59E0DB-95BE-7C16-3F02-9175F6DEA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88FC-CDCC-42EC-8637-BA54400F58FC}" type="datetimeFigureOut">
              <a:rPr lang="es-ES" smtClean="0"/>
              <a:t>09/09/2025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CCF348-6CE9-F28C-6C75-CC42D374D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599D00-8D46-29C9-E2DE-CB5F53BD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35AF4-C0ED-4313-A1E4-E88BB4F601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570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242888-AA1F-CB29-8BBA-FF924FDA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6963B8-594A-5F5E-B85D-D52315A19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AD86D9-19CA-E3E0-4CB4-DC12D441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88FC-CDCC-42EC-8637-BA54400F58FC}" type="datetimeFigureOut">
              <a:rPr lang="es-ES" smtClean="0"/>
              <a:t>09/09/2025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B23FB7-2A28-C463-BBDB-162D68E94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AAB0E2-D0FE-744A-2645-B12184E7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35AF4-C0ED-4313-A1E4-E88BB4F601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931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11AC54-77D9-8593-1FD6-4818DE7934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DB207A-FE0B-16A9-E611-05D66ECE3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3F910E-7DC0-BBB7-FF8C-E028008A2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88FC-CDCC-42EC-8637-BA54400F58FC}" type="datetimeFigureOut">
              <a:rPr lang="es-ES" smtClean="0"/>
              <a:t>09/09/2025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C7C930-7394-578C-4A40-C485ADA36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C9BF66-ABB1-8AE4-A80D-CF0673DF8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35AF4-C0ED-4313-A1E4-E88BB4F601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2032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F29BB1-D3F3-F755-B171-D79EBF2D9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846C57-9BCF-76E6-6452-1978D5A27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17F485-A76B-7FDE-D9BA-F59B7AF48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188FC-CDCC-42EC-8637-BA54400F58FC}" type="datetimeFigureOut">
              <a:rPr lang="es-ES" smtClean="0"/>
              <a:t>09/09/2025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8A064-5E22-A91D-C58C-A53EC282E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66EA2-CF95-AF4A-EB43-D403F8F3C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B35AF4-C0ED-4313-A1E4-E88BB4F601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619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C8AF34C-91A1-340E-614E-B4ABB1F47B9A}"/>
              </a:ext>
            </a:extLst>
          </p:cNvPr>
          <p:cNvSpPr/>
          <p:nvPr/>
        </p:nvSpPr>
        <p:spPr>
          <a:xfrm>
            <a:off x="4414684" y="1552268"/>
            <a:ext cx="1681316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LoopHandler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FB630BB-2A1D-ABBF-4C57-42603699C62B}"/>
              </a:ext>
            </a:extLst>
          </p:cNvPr>
          <p:cNvSpPr/>
          <p:nvPr/>
        </p:nvSpPr>
        <p:spPr>
          <a:xfrm>
            <a:off x="4358148" y="2633816"/>
            <a:ext cx="1794387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PoseGenerator</a:t>
            </a:r>
          </a:p>
        </p:txBody>
      </p:sp>
      <p:sp>
        <p:nvSpPr>
          <p:cNvPr id="6" name="Triángulo isósceles 5">
            <a:extLst>
              <a:ext uri="{FF2B5EF4-FFF2-40B4-BE49-F238E27FC236}">
                <a16:creationId xmlns:a16="http://schemas.microsoft.com/office/drawing/2014/main" id="{C090ABC3-94C9-D878-027A-1CC1865A5926}"/>
              </a:ext>
            </a:extLst>
          </p:cNvPr>
          <p:cNvSpPr/>
          <p:nvPr/>
        </p:nvSpPr>
        <p:spPr>
          <a:xfrm flipV="1">
            <a:off x="4999703" y="3490452"/>
            <a:ext cx="511277" cy="39329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B38F51A-3056-AB6E-CF36-6C0B733DCFC2}"/>
              </a:ext>
            </a:extLst>
          </p:cNvPr>
          <p:cNvSpPr/>
          <p:nvPr/>
        </p:nvSpPr>
        <p:spPr>
          <a:xfrm>
            <a:off x="4490879" y="4902610"/>
            <a:ext cx="1537524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MousePoseGenerator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A4B3B3E-794E-5F9E-2799-79014796B06B}"/>
              </a:ext>
            </a:extLst>
          </p:cNvPr>
          <p:cNvSpPr/>
          <p:nvPr/>
        </p:nvSpPr>
        <p:spPr>
          <a:xfrm>
            <a:off x="3359660" y="4010331"/>
            <a:ext cx="1801764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ControllerPoseGenerator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03A2101-732A-2B47-0DA5-BC897F9360F3}"/>
              </a:ext>
            </a:extLst>
          </p:cNvPr>
          <p:cNvSpPr/>
          <p:nvPr/>
        </p:nvSpPr>
        <p:spPr>
          <a:xfrm>
            <a:off x="5356537" y="4010331"/>
            <a:ext cx="1537524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GaitPoseGenerator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FE7491E-4F2D-4CED-5749-2FB364EFA63D}"/>
              </a:ext>
            </a:extLst>
          </p:cNvPr>
          <p:cNvCxnSpPr>
            <a:stCxn id="5" idx="2"/>
            <a:endCxn id="6" idx="3"/>
          </p:cNvCxnSpPr>
          <p:nvPr/>
        </p:nvCxnSpPr>
        <p:spPr>
          <a:xfrm>
            <a:off x="5255342" y="3322074"/>
            <a:ext cx="0" cy="168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AC056D96-ABC7-AED8-A8AB-1445243D06FB}"/>
              </a:ext>
            </a:extLst>
          </p:cNvPr>
          <p:cNvCxnSpPr>
            <a:stCxn id="6" idx="5"/>
            <a:endCxn id="9" idx="0"/>
          </p:cNvCxnSpPr>
          <p:nvPr/>
        </p:nvCxnSpPr>
        <p:spPr>
          <a:xfrm>
            <a:off x="5383161" y="3687097"/>
            <a:ext cx="742138" cy="32323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F35F05FC-78E7-E4E5-3D21-6C845B96D0D7}"/>
              </a:ext>
            </a:extLst>
          </p:cNvPr>
          <p:cNvCxnSpPr>
            <a:stCxn id="6" idx="1"/>
            <a:endCxn id="8" idx="0"/>
          </p:cNvCxnSpPr>
          <p:nvPr/>
        </p:nvCxnSpPr>
        <p:spPr>
          <a:xfrm rot="10800000" flipV="1">
            <a:off x="4260542" y="3687097"/>
            <a:ext cx="866980" cy="32323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06DDCBE1-5F44-193A-69D7-54F60C6968D7}"/>
              </a:ext>
            </a:extLst>
          </p:cNvPr>
          <p:cNvCxnSpPr>
            <a:stCxn id="6" idx="0"/>
            <a:endCxn id="7" idx="0"/>
          </p:cNvCxnSpPr>
          <p:nvPr/>
        </p:nvCxnSpPr>
        <p:spPr>
          <a:xfrm>
            <a:off x="5255342" y="3883742"/>
            <a:ext cx="4299" cy="10188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57BAFFE6-B703-DFE4-EBE9-53AFEF0F0538}"/>
              </a:ext>
            </a:extLst>
          </p:cNvPr>
          <p:cNvSpPr/>
          <p:nvPr/>
        </p:nvSpPr>
        <p:spPr>
          <a:xfrm>
            <a:off x="1755966" y="2633816"/>
            <a:ext cx="956190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Comm</a:t>
            </a:r>
          </a:p>
        </p:txBody>
      </p:sp>
      <p:sp>
        <p:nvSpPr>
          <p:cNvPr id="29" name="Triángulo isósceles 28">
            <a:extLst>
              <a:ext uri="{FF2B5EF4-FFF2-40B4-BE49-F238E27FC236}">
                <a16:creationId xmlns:a16="http://schemas.microsoft.com/office/drawing/2014/main" id="{92D4C6B7-2A90-5833-59C0-2E4DB1065256}"/>
              </a:ext>
            </a:extLst>
          </p:cNvPr>
          <p:cNvSpPr/>
          <p:nvPr/>
        </p:nvSpPr>
        <p:spPr>
          <a:xfrm flipV="1">
            <a:off x="1978424" y="3490452"/>
            <a:ext cx="511277" cy="39329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A264A7AC-98CE-1092-D40A-4554B63DBFE1}"/>
              </a:ext>
            </a:extLst>
          </p:cNvPr>
          <p:cNvSpPr/>
          <p:nvPr/>
        </p:nvSpPr>
        <p:spPr>
          <a:xfrm>
            <a:off x="1280735" y="4010331"/>
            <a:ext cx="1906652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BluetoothComm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0042384E-4C48-40E0-C9D9-EBD0FF9EA431}"/>
              </a:ext>
            </a:extLst>
          </p:cNvPr>
          <p:cNvSpPr/>
          <p:nvPr/>
        </p:nvSpPr>
        <p:spPr>
          <a:xfrm>
            <a:off x="516079" y="4900151"/>
            <a:ext cx="1330419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WifiComm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CD04C435-764F-37A8-A996-70F856D920DE}"/>
              </a:ext>
            </a:extLst>
          </p:cNvPr>
          <p:cNvSpPr/>
          <p:nvPr/>
        </p:nvSpPr>
        <p:spPr>
          <a:xfrm>
            <a:off x="2494002" y="4900152"/>
            <a:ext cx="1537524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PrintComm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B3BCD660-DCE4-FC81-383D-B1832C918720}"/>
              </a:ext>
            </a:extLst>
          </p:cNvPr>
          <p:cNvCxnSpPr>
            <a:cxnSpLocks/>
            <a:stCxn id="25" idx="2"/>
            <a:endCxn id="29" idx="3"/>
          </p:cNvCxnSpPr>
          <p:nvPr/>
        </p:nvCxnSpPr>
        <p:spPr>
          <a:xfrm>
            <a:off x="2234061" y="3322074"/>
            <a:ext cx="2" cy="168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A0A16DF9-A920-600F-9E6D-17786C19F4DB}"/>
              </a:ext>
            </a:extLst>
          </p:cNvPr>
          <p:cNvCxnSpPr>
            <a:stCxn id="29" idx="5"/>
            <a:endCxn id="32" idx="0"/>
          </p:cNvCxnSpPr>
          <p:nvPr/>
        </p:nvCxnSpPr>
        <p:spPr>
          <a:xfrm>
            <a:off x="2361882" y="3687097"/>
            <a:ext cx="900882" cy="1213055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5BD7A92B-D799-C214-93A3-2CCCF1419293}"/>
              </a:ext>
            </a:extLst>
          </p:cNvPr>
          <p:cNvCxnSpPr>
            <a:cxnSpLocks/>
            <a:stCxn id="29" idx="1"/>
            <a:endCxn id="31" idx="0"/>
          </p:cNvCxnSpPr>
          <p:nvPr/>
        </p:nvCxnSpPr>
        <p:spPr>
          <a:xfrm rot="10800000" flipV="1">
            <a:off x="1181289" y="3687097"/>
            <a:ext cx="924954" cy="121305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08ECD822-18DA-EBDE-5EF9-BF815C600E5D}"/>
              </a:ext>
            </a:extLst>
          </p:cNvPr>
          <p:cNvCxnSpPr>
            <a:cxnSpLocks/>
            <a:stCxn id="29" idx="0"/>
            <a:endCxn id="30" idx="0"/>
          </p:cNvCxnSpPr>
          <p:nvPr/>
        </p:nvCxnSpPr>
        <p:spPr>
          <a:xfrm flipH="1">
            <a:off x="2234061" y="3883742"/>
            <a:ext cx="2" cy="1265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E0EB46E9-1F82-8310-2A50-E7441AABCC60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255342" y="2240526"/>
            <a:ext cx="0" cy="1641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ector: angular 51">
            <a:extLst>
              <a:ext uri="{FF2B5EF4-FFF2-40B4-BE49-F238E27FC236}">
                <a16:creationId xmlns:a16="http://schemas.microsoft.com/office/drawing/2014/main" id="{8E4E82DA-2024-990A-A99A-746F766C8ED7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533775" y="2404642"/>
            <a:ext cx="1721567" cy="22917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ector: angular 53">
            <a:extLst>
              <a:ext uri="{FF2B5EF4-FFF2-40B4-BE49-F238E27FC236}">
                <a16:creationId xmlns:a16="http://schemas.microsoft.com/office/drawing/2014/main" id="{609A051E-75BA-1BFA-F551-31B7D632D31E}"/>
              </a:ext>
            </a:extLst>
          </p:cNvPr>
          <p:cNvCxnSpPr>
            <a:cxnSpLocks/>
            <a:endCxn id="25" idx="0"/>
          </p:cNvCxnSpPr>
          <p:nvPr/>
        </p:nvCxnSpPr>
        <p:spPr>
          <a:xfrm rot="10800000" flipV="1">
            <a:off x="2234061" y="2404640"/>
            <a:ext cx="1377644" cy="229175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BEAB27F4-6DDC-61A2-1909-DEB8AA8872F9}"/>
              </a:ext>
            </a:extLst>
          </p:cNvPr>
          <p:cNvSpPr/>
          <p:nvPr/>
        </p:nvSpPr>
        <p:spPr>
          <a:xfrm>
            <a:off x="7052126" y="2633816"/>
            <a:ext cx="1794387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IKSolver</a:t>
            </a:r>
          </a:p>
        </p:txBody>
      </p:sp>
      <p:cxnSp>
        <p:nvCxnSpPr>
          <p:cNvPr id="72" name="Conector: angular 71">
            <a:extLst>
              <a:ext uri="{FF2B5EF4-FFF2-40B4-BE49-F238E27FC236}">
                <a16:creationId xmlns:a16="http://schemas.microsoft.com/office/drawing/2014/main" id="{2FE5B8AC-E456-540C-1509-A03C768606E0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4242951" y="2404643"/>
            <a:ext cx="3706369" cy="229173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riángulo isósceles 75">
            <a:extLst>
              <a:ext uri="{FF2B5EF4-FFF2-40B4-BE49-F238E27FC236}">
                <a16:creationId xmlns:a16="http://schemas.microsoft.com/office/drawing/2014/main" id="{62CCD96F-8AC7-5C56-AED4-C985AAE211CF}"/>
              </a:ext>
            </a:extLst>
          </p:cNvPr>
          <p:cNvSpPr/>
          <p:nvPr/>
        </p:nvSpPr>
        <p:spPr>
          <a:xfrm flipV="1">
            <a:off x="7893773" y="4850990"/>
            <a:ext cx="511277" cy="39329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8" name="Conector: angular 77">
            <a:extLst>
              <a:ext uri="{FF2B5EF4-FFF2-40B4-BE49-F238E27FC236}">
                <a16:creationId xmlns:a16="http://schemas.microsoft.com/office/drawing/2014/main" id="{412CA789-E2F6-DD01-BA08-7BA4B49B7F95}"/>
              </a:ext>
            </a:extLst>
          </p:cNvPr>
          <p:cNvCxnSpPr>
            <a:cxnSpLocks/>
            <a:stCxn id="9" idx="2"/>
            <a:endCxn id="79" idx="0"/>
          </p:cNvCxnSpPr>
          <p:nvPr/>
        </p:nvCxnSpPr>
        <p:spPr>
          <a:xfrm rot="5400000" flipH="1" flipV="1">
            <a:off x="6793227" y="3342403"/>
            <a:ext cx="688258" cy="2024114"/>
          </a:xfrm>
          <a:prstGeom prst="bentConnector5">
            <a:avLst>
              <a:gd name="adj1" fmla="val -33214"/>
              <a:gd name="adj2" fmla="val 46827"/>
              <a:gd name="adj3" fmla="val 13321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DBC5018F-F71C-8386-8228-AEC6625D69BB}"/>
              </a:ext>
            </a:extLst>
          </p:cNvPr>
          <p:cNvSpPr/>
          <p:nvPr/>
        </p:nvSpPr>
        <p:spPr>
          <a:xfrm>
            <a:off x="7252219" y="4010331"/>
            <a:ext cx="1794387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GaitEngine</a:t>
            </a:r>
          </a:p>
        </p:txBody>
      </p:sp>
      <p:sp>
        <p:nvSpPr>
          <p:cNvPr id="85" name="Rectángulo: esquinas redondeadas 84">
            <a:extLst>
              <a:ext uri="{FF2B5EF4-FFF2-40B4-BE49-F238E27FC236}">
                <a16:creationId xmlns:a16="http://schemas.microsoft.com/office/drawing/2014/main" id="{E30CCD59-E9F9-7404-EEA5-DA9C91D04CEB}"/>
              </a:ext>
            </a:extLst>
          </p:cNvPr>
          <p:cNvSpPr/>
          <p:nvPr/>
        </p:nvSpPr>
        <p:spPr>
          <a:xfrm>
            <a:off x="7252217" y="5396681"/>
            <a:ext cx="1794387" cy="688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Tripod</a:t>
            </a:r>
          </a:p>
        </p:txBody>
      </p: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9AC86CBC-2898-19F8-047D-92B943EF694F}"/>
              </a:ext>
            </a:extLst>
          </p:cNvPr>
          <p:cNvCxnSpPr>
            <a:stCxn id="79" idx="2"/>
            <a:endCxn id="76" idx="3"/>
          </p:cNvCxnSpPr>
          <p:nvPr/>
        </p:nvCxnSpPr>
        <p:spPr>
          <a:xfrm flipH="1">
            <a:off x="8149412" y="4698589"/>
            <a:ext cx="1" cy="1524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C616C7E5-E952-47CE-4CD1-BAF9ECA7D9C6}"/>
              </a:ext>
            </a:extLst>
          </p:cNvPr>
          <p:cNvCxnSpPr>
            <a:stCxn id="76" idx="0"/>
            <a:endCxn id="85" idx="0"/>
          </p:cNvCxnSpPr>
          <p:nvPr/>
        </p:nvCxnSpPr>
        <p:spPr>
          <a:xfrm flipH="1">
            <a:off x="8149411" y="5244280"/>
            <a:ext cx="1" cy="1524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1943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</Words>
  <Application>Microsoft Office PowerPoint</Application>
  <PresentationFormat>Panorámica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Aranda</dc:creator>
  <cp:lastModifiedBy>Jorge Aranda</cp:lastModifiedBy>
  <cp:revision>1</cp:revision>
  <dcterms:created xsi:type="dcterms:W3CDTF">2025-09-09T20:45:13Z</dcterms:created>
  <dcterms:modified xsi:type="dcterms:W3CDTF">2025-09-09T21:47:06Z</dcterms:modified>
</cp:coreProperties>
</file>